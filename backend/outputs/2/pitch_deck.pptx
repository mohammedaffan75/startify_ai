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Logisticsly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WhatsApp</a:t>
            </a:r>
          </a:p>
          <a:p>
            <a:r>
              <a:t>- Low upfront cost with logistics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logistics solutions fail to adequately serve WhatsApp</a:t>
            </a:r>
          </a:p>
          <a:p>
            <a:r>
              <a:t>- Low upfront cost.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logistics platform addresses these challenges by providing nearby laundromats, pickup, delivery, logistics, logistics bridge, need, machines, shop, 🧩, laundry pickup, partner, local laundromats, delivery partner, orders, service, eco, eco friendly detergents, subscription, subscription plans, 💡, tech, heavy backend, Low upfront cost, scooter, laundry partners, real problem, students, working, working professionals, families, 📈, cleaning, shoe, ironing shoe cleaning, monthly plans, hostels, PGs, basic app, demand. </a:t>
            </a:r>
          </a:p>
          <a:p>
            <a:r>
              <a:t>Designed specifically for WhatsApp</a:t>
            </a:r>
          </a:p>
          <a:p>
            <a:r>
              <a:t>- Low upfront cost,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WhatsApp</a:t>
            </a:r>
            <a:br/>
            <a:r>
              <a:t>- Low upfront cost in logistics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WhatsApp</a:t>
            </a:r>
            <a:br/>
            <a:r>
              <a:t>- Low upfront cost, Emerging logistics sector, Digital transformation trends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WhatsApp</a:t>
            </a:r>
          </a:p>
          <a:p>
            <a:r>
              <a:t>- Low upfront cost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logistics domain expertise)</a:t>
            </a:r>
            <a:br/>
            <a:r>
              <a:t>- Product Manager (User experience, WhatsApp</a:t>
            </a:r>
            <a:br/>
            <a:r>
              <a:t>- Low upfront cost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