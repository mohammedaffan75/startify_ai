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Fitness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Nasty, mean, low-level, stupid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Current fitness solutions fail to adequately serve adults. </a:t>
            </a:r>
          </a:p>
          <a:p>
            <a:r>
              <a:t>Key challenges include limited accessibility, high costs, and lack of tailored features. </a:t>
            </a:r>
          </a:p>
          <a:p>
            <a:r>
              <a:t>This creates a significant gap in the market for a dedicated solution.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Our fitness platform addresses these challenges by providing . </a:t>
            </a:r>
          </a:p>
          <a:p>
            <a:r>
              <a:t>Designed specifically for adults, we offer an intuitive, affordable, and comprehensive solution </a:t>
            </a:r>
          </a:p>
          <a:p>
            <a:r>
              <a:t>that meets their unique needs.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Opportunity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Target market: adults in fitness sector</a:t>
            </a:r>
            <a:br/>
            <a:r>
              <a:t>Market interest score: 72.6/100 (based on trend analysis)</a:t>
            </a:r>
            <a:br/>
            <a:r>
              <a:t>Addressable market: Growing segment with strong digital adoption</a:t>
            </a:r>
            <a:br/>
            <a:r>
              <a:t>Key opportunities: Growing demand in adults segment, Emerging fitness sector with high growth potential, Digital transformation accelerating in fitness</a:t>
            </a:r>
          </a:p>
          <a:p>
            <a:br/>
            <a:pPr/>
            <a:r>
              <a:t>Key Competitors:</a:t>
            </a:r>
          </a:p>
          <a:p>
            <a:pPr lvl="1"/>
            <a:r>
              <a:t>• Mobile app - Wikipedia</a:t>
            </a:r>
          </a:p>
          <a:p>
            <a:pPr lvl="1"/>
            <a:r>
              <a:t>• E-commerce - Wikipedia</a:t>
            </a:r>
          </a:p>
          <a:p>
            <a:pPr lvl="1"/>
            <a:r>
              <a:t>• Rural development - Wikipedia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Revenue streams:</a:t>
            </a:r>
          </a:p>
          <a:p>
            <a:r>
              <a:t>1. Freemium model with premium features</a:t>
            </a:r>
          </a:p>
          <a:p>
            <a:r>
              <a:t>2. Subscription tiers for adults</a:t>
            </a:r>
          </a:p>
          <a:p>
            <a:r>
              <a:t>3. B2B partnerships and enterprise solutions</a:t>
            </a:r>
          </a:p>
          <a:p>
            <a:r>
              <a:t>4. In-app purchases and value-added services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Financial Projections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Year 1: $100K ARR (projected)</a:t>
            </a:r>
          </a:p>
          <a:p>
            <a:r>
              <a:t>Year 2: $500K ARR (projected)</a:t>
            </a:r>
          </a:p>
          <a:p>
            <a:r>
              <a:t>Year 3: $2M ARR (projected)</a:t>
            </a:r>
          </a:p>
          <a:p/>
          <a:p>
            <a:r>
              <a:t>Key Metrics:</a:t>
            </a:r>
          </a:p>
          <a:p>
            <a:r>
              <a:t>• Customer Acquisition Cost: TBD</a:t>
            </a:r>
          </a:p>
          <a:p>
            <a:r>
              <a:t>• Lifetime Value: TBD</a:t>
            </a:r>
          </a:p>
          <a:p>
            <a:r>
              <a:t>• Gross Margin: 70%+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Team &amp; The Ask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Core team needed:</a:t>
            </a:r>
            <a:br/>
            <a:r>
              <a:t>- Technical Lead (Full-stack development, fitness domain expertise)</a:t>
            </a:r>
            <a:br/>
            <a:r>
              <a:t>- Product Manager (User experience, adults insights)</a:t>
            </a:r>
            <a:br/>
            <a:r>
              <a:t>- Marketing Lead (Growth hacking, digital marketing)</a:t>
            </a:r>
            <a:br/>
            <a:r>
              <a:t>- Designer (UI/UX, branding)</a:t>
            </a:r>
            <a:br/>
            <a:r>
              <a:t>- Business Development (Partnerships, sales)</a:t>
            </a:r>
          </a:p>
          <a:p>
            <a:br/>
            <a:br/>
            <a:pPr/>
            <a:r>
              <a:t>The Ask:</a:t>
            </a:r>
          </a:p>
          <a:p>
            <a:pPr lvl="1"/>
            <a:r>
              <a:t>Seeking $500K seed funding for:</a:t>
            </a:r>
          </a:p>
          <a:p>
            <a:pPr lvl="2"/>
            <a:r>
              <a:t>• Product development &amp; MVP launch</a:t>
            </a:r>
          </a:p>
          <a:p>
            <a:pPr lvl="2"/>
            <a:r>
              <a:t>• Initial marketing &amp; user acquisition</a:t>
            </a:r>
          </a:p>
          <a:p>
            <a:pPr lvl="2"/>
            <a:r>
              <a:t>• Team expansion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