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general public with web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web solutions fail to adequately serve general public.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web platform addresses these challenges by providing mode. </a:t>
            </a:r>
          </a:p>
          <a:p>
            <a:r>
              <a:t>Designed specifically for general public,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general public in web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general public segment, Emerging web sector with high growth potential, Digital transformation accelerating in web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general public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web domain expertise)</a:t>
            </a:r>
            <a:br/>
            <a:r>
              <a:t>- Product Manager (User experience, general public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