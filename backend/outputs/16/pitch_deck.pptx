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do you like coffee?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first solutions fail to adequately serve young professionals.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first platform addresses these challenges by providing . </a:t>
            </a:r>
          </a:p>
          <a:p>
            <a:r>
              <a:t>Designed specifically for young professionals,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young professionals in first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young professionals segment, Emerging first sector with high growth potential, Digital transformation accelerating in first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young professionals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first domain expertise)</a:t>
            </a:r>
            <a:br/>
            <a:r>
              <a:t>- Product Manager (User experience, young professionals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