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old people with general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general solutions fail to adequately serve old people.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general platform addresses these challenges by providing . </a:t>
            </a:r>
          </a:p>
          <a:p>
            <a:r>
              <a:t>Designed specifically for old people,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old people in general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old people segment, Emerging general sector with high growth potential, Digital transformation accelerating in general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old people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general domain expertise)</a:t>
            </a:r>
            <a:br/>
            <a:r>
              <a:t>- Product Manager (User experience, old people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