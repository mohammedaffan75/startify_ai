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AntiSlim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old age peoples with fitness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fitness solutions fail to adequately serve old age peoples.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fitness platform addresses these challenges by providing . </a:t>
            </a:r>
          </a:p>
          <a:p>
            <a:r>
              <a:t>Designed specifically for old age peoples,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old age peoples in fitness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old age peoples segment, Emerging fitness sector with high growth potential, Digital transformation accelerating in fitness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old age peoples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fitness domain expertise)</a:t>
            </a:r>
            <a:br/>
            <a:r>
              <a:t>- Product Manager (User experience, old age peoples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